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abdb09bddb4105" /><Relationship Type="http://schemas.openxmlformats.org/officeDocument/2006/relationships/extended-properties" Target="/docProps/app.xml" Id="Rc5ac6f8fbb33497f" /><Relationship Type="http://schemas.openxmlformats.org/officeDocument/2006/relationships/officeDocument" Target="/ppt/presentation.xml" Id="R7d45011e88b74e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bcc777baa8431e"/>
  </p:sldMasterIdLst>
  <p:notesMasterIdLst>
    <p:notesMasterId xmlns:r="http://schemas.openxmlformats.org/officeDocument/2006/relationships" r:id="Ra228e4e2f36f4489"/>
  </p:notesMasterIdLst>
  <p:sldIdLst>
    <p:sldId xmlns:r="http://schemas.openxmlformats.org/officeDocument/2006/relationships" id="256" r:id="R928b646c6dec4c86"/>
    <p:sldId xmlns:r="http://schemas.openxmlformats.org/officeDocument/2006/relationships" id="257" r:id="R81dbe3af93d44f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c4410df96245e7" /><Relationship Type="http://schemas.openxmlformats.org/officeDocument/2006/relationships/slideMaster" Target="/ppt/slideMasters/slideMaster1.xml" Id="R30bcc777baa8431e" /><Relationship Type="http://schemas.openxmlformats.org/officeDocument/2006/relationships/notesMaster" Target="/ppt/notesMasters/notesMaster1.xml" Id="Ra228e4e2f36f4489" /><Relationship Type="http://schemas.openxmlformats.org/officeDocument/2006/relationships/presProps" Target="/ppt/presProps.xml" Id="R718d87769c524d8c" /><Relationship Type="http://schemas.openxmlformats.org/officeDocument/2006/relationships/tableStyles" Target="/ppt/tableStyles.xml" Id="Rda0fe4d3539f4c6a" /><Relationship Type="http://schemas.openxmlformats.org/officeDocument/2006/relationships/slide" Target="/ppt/slides/slide1.xml" Id="R928b646c6dec4c86" /><Relationship Type="http://schemas.openxmlformats.org/officeDocument/2006/relationships/slide" Target="/ppt/slides/slide2.xml" Id="R81dbe3af93d44f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37cb08a4644f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191e50507d40cc" /><Relationship Type="http://schemas.openxmlformats.org/officeDocument/2006/relationships/notesMaster" Target="/ppt/notesMasters/notesMaster1.xml" Id="R60cded7b5e7e42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5607f18f0a42df" /><Relationship Type="http://schemas.openxmlformats.org/officeDocument/2006/relationships/notesMaster" Target="/ppt/notesMasters/notesMaster1.xml" Id="Ra104090261864f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位置來源：techplant data/taiwan_tech_factory.json 的 lat／lng 欄位，更新日期2026-09-07。行政區底圖來源：專案內 data/taiwan_counties.geojson，原始說明指向內政部統計地理資訊應用系統。高雄楠梓與橋頭位置相近，標號以短引線錯開顯示。地圖代表園區／建案定位，不代表地籍界線或廠區範圍。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來源：techplant data/taiwan_tech_factory.json 與 presentation_sources/techplant_major_factories_2026-09-07.md。表格將營運／擴建追蹤與具名新建案分開，未公開坪數不作推估。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d803ee52b47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aa68c19c8947e5" /><Relationship Type="http://schemas.openxmlformats.org/officeDocument/2006/relationships/slideLayout" Target="/ppt/slideLayouts/slideLayout1.xml" Id="Rc23c6ca6886f44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3c6ca6886f44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541a58adb4d8c" /><Relationship Type="http://schemas.openxmlformats.org/officeDocument/2006/relationships/image" Target="/ppt/media/image.png" Id="Ra1ac2fd4b735496d" /><Relationship Type="http://schemas.openxmlformats.org/officeDocument/2006/relationships/notesSlide" Target="/ppt/notesSlides/notesSlide1.xml" Id="Re13cdf0cd6154f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6c0ffb33b4a00" /><Relationship Type="http://schemas.openxmlformats.org/officeDocument/2006/relationships/notesSlide" Target="/ppt/notesSlides/notesSlide2.xml" Id="Rcc866ce8a8f34d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03BD898-CC01-462A-8720-EC6193EF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8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84F"/>
                </a:solidFill>
                <a:latin typeface="Microsoft JhengHei"/>
                <a:ea typeface="Microsoft JhengHei"/>
                <a:cs typeface="Microsoft JhengHei"/>
              </a:rPr>
              <a:t>台灣主要科學園區與科技廠房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80F81-7F49-4C08-91E4-05137FE5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依專案資料中的縣市、行政區與經緯度定位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75BBD-0A01-4FED-A893-266B47D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E8"/>
          </a:solidFill>
          <a:ln xmlns:a="http://schemas.openxmlformats.org/drawingml/2006/main" w="0">
            <a:noFill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c2fd4b735496d"/>
          <a:stretch xmlns:a="http://schemas.openxmlformats.org/drawingml/2006/main"/>
        </p:blipFill>
        <p:spPr>
          <a:xfrm xmlns:a="http://schemas.openxmlformats.org/drawingml/2006/main">
            <a:off x="3888252" y="1219200"/>
            <a:ext cx="4415497" cy="4629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9FF54-B434-4F18-BD0C-C2842E0C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B4CE8-2645-4894-8AAB-37DC93C9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FB1F3-2B72-4667-939C-FA33B3CF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858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北投士林科技園區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5E39C-7C7C-4DEA-9F1B-99D501EC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85900"/>
            <a:ext cx="2686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台北市北投區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9B3C4-072A-46DA-8E20-6D534F33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57350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NVIDIA AI研發中心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D883D-92A8-4A3C-97B1-B92659AD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88B5C-460C-4FBA-B86A-375016E1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3FD0A-854D-4614-A53A-CF3C98C3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龍潭科學園區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DB055-0A43-48E4-8D15-7C281E40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38375"/>
            <a:ext cx="2686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桃園市龍潭區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DAF27-F690-43BA-941B-F735E25A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982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台積電新廠區，待官方確認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E22C7-AAB2-49A6-9A51-C7CE0A67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44BD76-8756-418B-89A2-3802889D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3E7C5-831F-4551-8C1E-0DB4D219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竹科寶山二期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21B8F-64FF-48BB-BCFE-1C8E8B7B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2686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新竹縣寶山鄉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04D08-2D01-41A9-8948-AEE9CF5E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 P8 2奈米廠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F71672-71CC-4BF2-AE7A-A75F0F39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F975C4-9C40-4188-88B8-146A4277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D6BE35-FC58-4863-A846-92BD9BDA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銅鑼科學園區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728EE-50D8-4805-B9D5-6176FBD0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43325"/>
            <a:ext cx="2686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苗栗縣銅鑼鄉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0B145C-2429-4D99-874A-2AD4113B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1477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美光銅鑼廠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C68B36-5B89-4AA2-B7DB-1681938D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8FB885-EF82-4928-9607-173212AD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146FE0-8AB6-460A-8E51-AD86D19D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957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中科后里園區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705122-4667-4653-8191-A92DF379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2686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台中市后里區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0365A4-725E-4580-883F-DD28C722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美光 A3 廠區擴建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0E1BA7-6115-4B32-B474-AE8C5A7C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4646AD-51AD-425F-BE7C-899A1530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D90E81-8F6F-42FD-833D-15617BF9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中科二期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99EC9A-B5F7-4D88-A1F3-0FFC4144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48275"/>
            <a:ext cx="2686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台中市大雅區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A907B4-9336-4316-806B-839ADB1E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1972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 1.4奈米廠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A3671C-0608-4532-A225-2DFAE497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04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1E8402-2043-4CB4-95D0-E7C8C734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04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C49731-ED61-4C6E-A0E6-17847E38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858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台中工業區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7C464C-7F1B-4FF2-975E-B097492C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85900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台中市西屯／南屯區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74A11B-9464-40E6-B44C-727DE968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573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大立光光通訊、CPO基地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EBF6FF-90BF-4D12-A5B2-FD0CA28E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19D319-FB1F-409B-B1D4-A7183118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4ED51A-4F00-4E1C-AD75-B9AD0199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38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嘉義科學園區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7E7BC0-D387-41CD-8A60-DBA48E21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38375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嘉義縣太保市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A5C426-DCFC-4DC1-B64B-F191BB8E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9825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 AP6／AP7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A02B5B-357D-4934-8A72-5156A439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A32CF5-5030-44D0-B680-2CCA86AE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829241-688C-4E71-8397-A749820A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908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台南科學園區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B1022C-6A19-417A-934C-9E4E3832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90850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台南市新市區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FFA5AB-07B5-4E4F-A2BA-79FEB324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台積電與日月光擴建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578960-AE50-4D84-A14C-407917E3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ADBC9F-4F33-4DD6-870B-75874662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6128C5-57AA-4F5D-AD03-8455D8EB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43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楠梓產業園區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DCBC76-18F2-487F-AB52-1C1CCE13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43325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高雄市楠梓區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52436C-84C0-493F-8716-0D73B65A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14775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台積電高雄 P1 至 P3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0A603B-6BEE-4A19-83A7-175AAFFF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4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D8EE60-33D3-4AD8-B445-140EB390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48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AA2547C-D0E9-4F46-9780-2FFF7A03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95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橋頭科學園區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30EB0F-E514-40A1-95DC-90019F96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高雄市橋頭區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BEA0747-C5CE-42A9-B4BA-63981C3E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台積電先進製程廠區，規劃中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3A235F2-72F4-4C79-BE04-1139D29A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67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4D905B8-310B-4B90-8F58-9E737EAE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67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22BDDC-A72E-4C01-859F-FB59CF57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48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屏東科技園區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7C4154C-A851-4442-9E7A-37300649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48275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屏東縣長治鄉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41E32A-FDED-4BEE-BC93-73C9C571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19725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半導體材料與設備供應鏈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995250F-F229-4B41-A455-15968E87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6792" y="1524028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081F0C-DB9B-40D1-A2C4-86C0188C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6792" y="1524028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88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1A343E4-BFAC-4DFE-9842-B26CBF0F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0291" y="183059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54BE939-5F8A-4019-9424-82A23A6B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0291" y="183059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88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22DFD1-4E2D-4595-8150-655F8584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480" y="2009733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313BBFB-54C5-4D13-91F8-019D80D5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480" y="2009733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88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6B5306D-DBBA-43DF-9F8A-7B75CB2A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618" y="2344049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BDBB4D7-88D3-4904-BD3F-BEED46F9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618" y="2344049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88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F9891B4-558E-4C9E-A2BE-5EC0C037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26" y="253328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A290019-E5C2-4B4A-ADC6-A1146F66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26" y="253328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88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EBF4E2E-4C31-4457-A22B-36FF1B63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010" y="2636734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3355F0E-8789-4680-9D05-D6D28CBC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010" y="2636734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88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7F87117-3728-47FF-9894-98E65E8C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579" y="2735136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7007A0E-8F66-4320-8404-92B9B7AB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579" y="2735136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88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716EC9F-8962-42E1-927A-F142754D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705" y="356146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73B098C-36EC-4298-A5E7-44E5164E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705" y="356146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88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83DE940-5933-4739-B1D6-48E815E2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144" y="4050954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48CF524-1013-4A9C-AC93-1F2B8444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144" y="4050954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88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2FAF31A-9252-4BD3-80C1-7A56AC3B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128" y="4638911"/>
            <a:ext cx="95250" cy="11430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7A98A5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2A884BF-5BA4-4EC1-8E72-F7EA1F8C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353" y="4648436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148C74B-5B56-4142-AB8E-123B0550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353" y="4648436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66"/>
          </a:bodyPr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1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98D4BF5-0709-41F7-ADE1-69994D7C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064" y="4491810"/>
            <a:ext cx="95250" cy="11430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7A98A5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FD60CFB-1C7F-45C9-9218-3F23272F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539" y="438703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A3A85CC-4A26-41A0-BB78-B5313E03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539" y="438703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66"/>
          </a:bodyPr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1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43E5AF8-D197-4F20-853E-1A75CC52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932" y="4564413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775EE40-CAD5-48F1-A6E7-91340927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932" y="4564413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66"/>
          </a:bodyPr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1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B27706B-81CF-4F43-AE89-4749524C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23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● 施工、已動工或土地取得      ● 規劃中或待官方確認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F066747-4C8D-42AD-90FB-616BF947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912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位置為園區／建案定位，資料截至2026年9月7日</a:t>
            </a:r>
          </a:p>
        </p:txBody>
      </p:sp>
    </p:spTree>
    <p:extLst>
      <p:ext uri="{BB962C8B-B14F-4D97-AF65-F5344CB8AC3E}">
        <p14:creationId xmlns:p14="http://schemas.microsoft.com/office/powerpoint/2010/main" val="2114638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8CFB7-2A24-466A-87CA-DCE0D20A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3A"/>
                </a:solidFill>
                <a:latin typeface="Microsoft JhengHei"/>
                <a:ea typeface="Microsoft JhengHei"/>
                <a:cs typeface="Microsoft JhengHei"/>
              </a:rPr>
              <a:t>重大科技廠房建案明細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EDD83-437B-402C-9BE4-9580A7CF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D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D7C"/>
                </a:solidFill>
                <a:latin typeface="Microsoft JhengHei"/>
                <a:ea typeface="Microsoft JhengHei"/>
                <a:cs typeface="Microsoft JhengHei"/>
              </a:rPr>
              <a:t>科學園區與重要科技產業聚落，依目前公開資訊整理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14350" y="1104900"/>
          <a:ext xmlns:a="http://schemas.openxmlformats.org/drawingml/2006/main" cx="111633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1066800"/>
                <a:gridCol w="2647950"/>
                <a:gridCol w="1257300"/>
                <a:gridCol w="2047875"/>
                <a:gridCol w="2524125"/>
              </a:tblGrid>
              <a:tr h="346982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區域／園區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公司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重大廠房／建案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狀態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公開規模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資料備註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北士科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NVIDIA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AI研發中心 T17／T18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規劃中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地上權案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龍潭科學園區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龍潭新廠區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75B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規劃中</a:t>
                      </a:r>
                    </a:p>
                  </a:txBody>
                  <a:tcPr marL="57150" marR="57150" marT="19050" marB="19050"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待官方確認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竹科寶山二期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寶山2奈米晶圓廠 P8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土地15,000坪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樓地板70,000坪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2奈米主力廠區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新竹／台南科學園區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聯電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新竹晶圓廠群、台南12吋廠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營運／擴建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待拆分具名建案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中科二期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台中1.4奈米晶圓廠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已動工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土地27,000坪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樓地板80,000坪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已取得第一期建照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中部科學園區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美光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台中A3廠區擴建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記憶體擴產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銅鑼科學園區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美光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美光銅鑼廠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改造中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樓地板60,000坪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原力積電廠區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台中工業區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大立光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光通訊／CPO產能基地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土地取得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土地13,500坪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建物13,000坪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後續動工待追蹤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嘉義科學園區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AP6／AP7先進封裝廠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土地12,000坪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樓地板60,000坪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CoWoS／SoIC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台南科學園區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台積電／日月光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製程與封裝擴建／南科封裝基地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施工／已動工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台積電樓地板80,000坪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日月光35,000坪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供應鏈同步擴建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楠梓產業園區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高雄2奈米廠 P1至P3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土地36,000坪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樓地板100,000坪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三期建設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橋頭科學園區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橋頭先進製程廠區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75B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規劃中</a:t>
                      </a:r>
                    </a:p>
                  </a:txBody>
                  <a:tcPr marL="57150" marR="57150" marT="19050" marB="19050"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土地約15,000坪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待官方確認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高雄科技聚落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鴻海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高雄AI資料中心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已動工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AI基礎設施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27BA1-3584-407A-B194-32E00B20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B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07B8A"/>
                </a:solidFill>
                <a:latin typeface="Microsoft JhengHei"/>
                <a:ea typeface="Microsoft JhengHei"/>
                <a:cs typeface="Microsoft JhengHei"/>
              </a:rPr>
              <a:t>資料截至2026年9月7日；未公開坪數保留待查；規劃案以官方公告為準</a:t>
            </a:r>
          </a:p>
        </p:txBody>
      </p:sp>
    </p:spTree>
    <p:extLst>
      <p:ext uri="{BB962C8B-B14F-4D97-AF65-F5344CB8AC3E}">
        <p14:creationId xmlns:p14="http://schemas.microsoft.com/office/powerpoint/2010/main" val="1837948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2026-09-07T09:42:31.2930000Z</dcterms:created>
  <dcterms:modified xsi:type="dcterms:W3CDTF">2026-09-07T09:42:31.2930000Z</dcterms:modified>
</coreProperties>
</file>