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來源：techplant data/taiwan_tech_factory.json，更新日期2026-09-07。地圖標點為區域定位示意，不代表地籍界線或廠區範圍。規劃中且未有官方來源者保留待確認。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1EA257C7-8456-4E63-BF56-CC572C62EAD5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台灣主要科學園區與科技聚落重大廠房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F6C18C-3488-4F27-B6DF-09DAA80B5CBA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rPr>
              <a:t>施工與規劃案集中在竹科、中科、南科及高雄科技聚落</a:t>
            </a:r>
          </a:p>
        </p:txBody>
      </p:sp>
      <p:pic>
        <p:nvPicPr>
          <p:cNvPr id="41" name="圖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92600" y="876300"/>
            <a:ext cx="3606800" cy="5410200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0B66E89E-0670-44D5-B160-80BD0BBC9F73}"/>
              </a:ext>
            </a:extLst>
          </p:cNvPr>
          <p:cNvSpPr>
            <a:spLocks noGrp="1"/>
          </p:cNvSpPr>
          <p:nvPr/>
        </p:nvSpPr>
        <p:spPr>
          <a:xfrm>
            <a:off x="6481763" y="1671638"/>
            <a:ext cx="142875" cy="142875"/>
          </a:xfrm>
          <a:prstGeom prst="ellipse">
            <a:avLst/>
          </a:prstGeom>
          <a:solidFill>
            <a:srgbClr val="F2B84B"/>
          </a:solidFill>
          <a:ln w="19050">
            <a:solidFill>
              <a:srgbClr val="FFFFFF"/>
            </a:solidFill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4A397D3-EA8F-43DF-A17E-589D5FAA8E6D}"/>
              </a:ext>
            </a:extLst>
          </p:cNvPr>
          <p:cNvSpPr>
            <a:spLocks noGrp="1"/>
          </p:cNvSpPr>
          <p:nvPr/>
        </p:nvSpPr>
        <p:spPr>
          <a:xfrm>
            <a:off x="6234113" y="2138363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1B6132A-6EA2-48ED-A6AF-C392A4319F9C}"/>
              </a:ext>
            </a:extLst>
          </p:cNvPr>
          <p:cNvSpPr>
            <a:spLocks noGrp="1"/>
          </p:cNvSpPr>
          <p:nvPr/>
        </p:nvSpPr>
        <p:spPr>
          <a:xfrm>
            <a:off x="5938838" y="2728913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DAC377F-FDF8-42C4-8546-E203ABE1B5AF}"/>
              </a:ext>
            </a:extLst>
          </p:cNvPr>
          <p:cNvSpPr>
            <a:spLocks noGrp="1"/>
          </p:cNvSpPr>
          <p:nvPr/>
        </p:nvSpPr>
        <p:spPr>
          <a:xfrm>
            <a:off x="5805488" y="3224213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A67EDBD-B864-42D9-85E0-84650060D657}"/>
              </a:ext>
            </a:extLst>
          </p:cNvPr>
          <p:cNvSpPr>
            <a:spLocks noGrp="1"/>
          </p:cNvSpPr>
          <p:nvPr/>
        </p:nvSpPr>
        <p:spPr>
          <a:xfrm>
            <a:off x="5510213" y="4252913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A11017AE-088F-4017-993C-9CBDB399FBE1}"/>
              </a:ext>
            </a:extLst>
          </p:cNvPr>
          <p:cNvSpPr>
            <a:spLocks noGrp="1"/>
          </p:cNvSpPr>
          <p:nvPr/>
        </p:nvSpPr>
        <p:spPr>
          <a:xfrm>
            <a:off x="5472113" y="4795838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4227BD9-5703-4CB3-9C19-8D901BC6E4D9}"/>
              </a:ext>
            </a:extLst>
          </p:cNvPr>
          <p:cNvSpPr>
            <a:spLocks noGrp="1"/>
          </p:cNvSpPr>
          <p:nvPr/>
        </p:nvSpPr>
        <p:spPr>
          <a:xfrm>
            <a:off x="5738813" y="5481638"/>
            <a:ext cx="142875" cy="142875"/>
          </a:xfrm>
          <a:prstGeom prst="ellipse">
            <a:avLst/>
          </a:prstGeom>
          <a:solidFill>
            <a:srgbClr val="45D19A"/>
          </a:solidFill>
          <a:ln w="19050">
            <a:solidFill>
              <a:srgbClr val="FFFFFF"/>
            </a:solidFill>
          </a:ln>
        </p:spPr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73EB09E-A55E-46E1-A9B4-2A122E903A78}"/>
              </a:ext>
            </a:extLst>
          </p:cNvPr>
          <p:cNvSpPr>
            <a:spLocks noGrp="1"/>
          </p:cNvSpPr>
          <p:nvPr/>
        </p:nvSpPr>
        <p:spPr>
          <a:xfrm>
            <a:off x="5710238" y="5862638"/>
            <a:ext cx="142875" cy="142875"/>
          </a:xfrm>
          <a:prstGeom prst="ellipse">
            <a:avLst/>
          </a:prstGeom>
          <a:solidFill>
            <a:srgbClr val="F2B84B"/>
          </a:solidFill>
          <a:ln w="19050">
            <a:solidFill>
              <a:srgbClr val="FFFFF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CAFE63-49AB-44D7-A22E-9C8F26F096CA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47625" cy="57150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2659C-D3CE-4CB8-B402-2A5AB7977416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北部科技軸帶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362CFF-7697-4510-B840-C1E3E55DC620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北士科 NVIDIA規劃案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龍潭台積電待官方確認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1064E4-4730-437A-B7B5-8DAD5E4C2DAD}"/>
              </a:ext>
            </a:extLst>
          </p:cNvPr>
          <p:cNvSpPr>
            <a:spLocks noGrp="1"/>
          </p:cNvSpPr>
          <p:nvPr/>
        </p:nvSpPr>
        <p:spPr>
          <a:xfrm>
            <a:off x="571500" y="2409825"/>
            <a:ext cx="47625" cy="571500"/>
          </a:xfrm>
          <a:prstGeom prst="rect">
            <a:avLst/>
          </a:prstGeom>
          <a:solidFill>
            <a:srgbClr val="45D19A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0F0BED-4A07-4EE5-9A9D-03B9ADE0994E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竹科與寶山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8424F5-0F3A-4475-A735-849344988867}"/>
              </a:ext>
            </a:extLst>
          </p:cNvPr>
          <p:cNvSpPr>
            <a:spLocks noGrp="1"/>
          </p:cNvSpPr>
          <p:nvPr/>
        </p:nvSpPr>
        <p:spPr>
          <a:xfrm>
            <a:off x="704850" y="2581275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台積電2奈米P8施工中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聯電新竹廠群擴建追蹤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DF7E80-BECE-4A12-8F46-EE59BA475DD6}"/>
              </a:ext>
            </a:extLst>
          </p:cNvPr>
          <p:cNvSpPr>
            <a:spLocks noGrp="1"/>
          </p:cNvSpPr>
          <p:nvPr/>
        </p:nvSpPr>
        <p:spPr>
          <a:xfrm>
            <a:off x="571500" y="3390900"/>
            <a:ext cx="47625" cy="571500"/>
          </a:xfrm>
          <a:prstGeom prst="rect">
            <a:avLst/>
          </a:prstGeom>
          <a:solidFill>
            <a:srgbClr val="45D19A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E3CAC0-53E6-48E9-B307-142A1290C2A6}"/>
              </a:ext>
            </a:extLst>
          </p:cNvPr>
          <p:cNvSpPr>
            <a:spLocks noGrp="1"/>
          </p:cNvSpPr>
          <p:nvPr/>
        </p:nvSpPr>
        <p:spPr>
          <a:xfrm>
            <a:off x="704850" y="3343275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中科與銅鑼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9D7A5A-D524-4BCE-87A0-7946C623CF4B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台積電1.4奈米已動工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美光A3施工、銅鑼廠改造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2A5539-4D4A-4E4D-9F22-AA72448E7DF1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47625" cy="57150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908D26-C5BE-406F-B47D-EAD12F755CE6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C597FD-5E5F-4CF3-B298-4203255E79B6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大立光光通訊／CPO基地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土地13,500坪、建物13,000坪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2325AB-702C-48E7-A624-13A39EAF5E9E}"/>
              </a:ext>
            </a:extLst>
          </p:cNvPr>
          <p:cNvSpPr>
            <a:spLocks noGrp="1"/>
          </p:cNvSpPr>
          <p:nvPr/>
        </p:nvSpPr>
        <p:spPr>
          <a:xfrm>
            <a:off x="8715375" y="1428750"/>
            <a:ext cx="47625" cy="571500"/>
          </a:xfrm>
          <a:prstGeom prst="rect">
            <a:avLst/>
          </a:prstGeom>
          <a:solidFill>
            <a:srgbClr val="45D19A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3D1815-AA34-4C03-AFA6-38797977E733}"/>
              </a:ext>
            </a:extLst>
          </p:cNvPr>
          <p:cNvSpPr>
            <a:spLocks noGrp="1"/>
          </p:cNvSpPr>
          <p:nvPr/>
        </p:nvSpPr>
        <p:spPr>
          <a:xfrm>
            <a:off x="8848725" y="1381125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5F863E-68B1-4396-9660-1907BF04422A}"/>
              </a:ext>
            </a:extLst>
          </p:cNvPr>
          <p:cNvSpPr>
            <a:spLocks noGrp="1"/>
          </p:cNvSpPr>
          <p:nvPr/>
        </p:nvSpPr>
        <p:spPr>
          <a:xfrm>
            <a:off x="8848725" y="1600200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台積電AP6／AP7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CoWoS與SoIC封裝廠施工中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907C16-3A8E-433A-87FF-58D702BDC3A8}"/>
              </a:ext>
            </a:extLst>
          </p:cNvPr>
          <p:cNvSpPr>
            <a:spLocks noGrp="1"/>
          </p:cNvSpPr>
          <p:nvPr/>
        </p:nvSpPr>
        <p:spPr>
          <a:xfrm>
            <a:off x="8715375" y="2409825"/>
            <a:ext cx="47625" cy="571500"/>
          </a:xfrm>
          <a:prstGeom prst="rect">
            <a:avLst/>
          </a:prstGeom>
          <a:solidFill>
            <a:srgbClr val="45D19A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E1DB4EA-2DAF-42E1-BEFC-66DB6C3D3BAE}"/>
              </a:ext>
            </a:extLst>
          </p:cNvPr>
          <p:cNvSpPr>
            <a:spLocks noGrp="1"/>
          </p:cNvSpPr>
          <p:nvPr/>
        </p:nvSpPr>
        <p:spPr>
          <a:xfrm>
            <a:off x="8848725" y="2362200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FD2381-2C7D-45DD-98CA-E0668A392213}"/>
              </a:ext>
            </a:extLst>
          </p:cNvPr>
          <p:cNvSpPr>
            <a:spLocks noGrp="1"/>
          </p:cNvSpPr>
          <p:nvPr/>
        </p:nvSpPr>
        <p:spPr>
          <a:xfrm>
            <a:off x="8848725" y="2581275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台積電製程與封裝擴建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日月光改造、聯電擴建追蹤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530FC8D-8F4A-4B9A-832C-B4EAEAEB3949}"/>
              </a:ext>
            </a:extLst>
          </p:cNvPr>
          <p:cNvSpPr>
            <a:spLocks noGrp="1"/>
          </p:cNvSpPr>
          <p:nvPr/>
        </p:nvSpPr>
        <p:spPr>
          <a:xfrm>
            <a:off x="8715375" y="3390900"/>
            <a:ext cx="47625" cy="571500"/>
          </a:xfrm>
          <a:prstGeom prst="rect">
            <a:avLst/>
          </a:prstGeom>
          <a:solidFill>
            <a:srgbClr val="45D19A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11F8863-9993-4DED-8BD6-A35F1DA53C6C}"/>
              </a:ext>
            </a:extLst>
          </p:cNvPr>
          <p:cNvSpPr>
            <a:spLocks noGrp="1"/>
          </p:cNvSpPr>
          <p:nvPr/>
        </p:nvSpPr>
        <p:spPr>
          <a:xfrm>
            <a:off x="8848725" y="3343275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高雄科技聚落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4AC02F-1E56-4319-922A-4C119C650B54}"/>
              </a:ext>
            </a:extLst>
          </p:cNvPr>
          <p:cNvSpPr>
            <a:spLocks noGrp="1"/>
          </p:cNvSpPr>
          <p:nvPr/>
        </p:nvSpPr>
        <p:spPr>
          <a:xfrm>
            <a:off x="8848725" y="3562350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台積電楠梓2奈米施工中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橋頭規劃、鴻海AI資料中心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5D7712-87DF-4476-9E46-D49724FF83AF}"/>
              </a:ext>
            </a:extLst>
          </p:cNvPr>
          <p:cNvSpPr>
            <a:spLocks noGrp="1"/>
          </p:cNvSpPr>
          <p:nvPr/>
        </p:nvSpPr>
        <p:spPr>
          <a:xfrm>
            <a:off x="8715375" y="4371975"/>
            <a:ext cx="47625" cy="571500"/>
          </a:xfrm>
          <a:prstGeom prst="rect">
            <a:avLst/>
          </a:prstGeom>
          <a:solidFill>
            <a:srgbClr val="F2B84B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CA8150-BB86-4DB5-8CB5-F3E0F46B4653}"/>
              </a:ext>
            </a:extLst>
          </p:cNvPr>
          <p:cNvSpPr>
            <a:spLocks noGrp="1"/>
          </p:cNvSpPr>
          <p:nvPr/>
        </p:nvSpPr>
        <p:spPr>
          <a:xfrm>
            <a:off x="8848725" y="4324350"/>
            <a:ext cx="27717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588"/>
          </a:bodyPr>
          <a:lstStyle/>
          <a:p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6AEF02-E64B-4D07-9295-F9A8EB0B0E2F}"/>
              </a:ext>
            </a:extLst>
          </p:cNvPr>
          <p:cNvSpPr>
            <a:spLocks noGrp="1"/>
          </p:cNvSpPr>
          <p:nvPr/>
        </p:nvSpPr>
        <p:spPr>
          <a:xfrm>
            <a:off x="8848725" y="4543425"/>
            <a:ext cx="27717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05"/>
          </a:bodyPr>
          <a:lstStyle/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  <a:p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聚落規劃中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01E31F3-B423-40CB-BA8A-EC20672296C8}"/>
              </a:ext>
            </a:extLst>
          </p:cNvPr>
          <p:cNvSpPr>
            <a:spLocks noGrp="1"/>
          </p:cNvSpPr>
          <p:nvPr/>
        </p:nvSpPr>
        <p:spPr>
          <a:xfrm>
            <a:off x="590550" y="5762625"/>
            <a:ext cx="10906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defRPr sz="1350" b="1">
                <a:solidFill>
                  <a:srgbClr val="36D1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6D1DC"/>
                </a:solidFill>
                <a:latin typeface="Microsoft JhengHei"/>
                <a:ea typeface="Microsoft JhengHei"/>
                <a:cs typeface="Microsoft JhengHei"/>
              </a:rPr>
              <a:t>台積電：六縣市、七項建案；日月光、美光與鴻海也有跨縣市布局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52D593C-E27F-4259-94DA-889D14DEC8C3}"/>
              </a:ext>
            </a:extLst>
          </p:cNvPr>
          <p:cNvSpPr>
            <a:spLocks noGrp="1"/>
          </p:cNvSpPr>
          <p:nvPr/>
        </p:nvSpPr>
        <p:spPr>
          <a:xfrm>
            <a:off x="590550" y="6143625"/>
            <a:ext cx="10906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45"/>
          </a:bodyPr>
          <a:lstStyle/>
          <a:p>
            <a:pPr>
              <a:defRPr sz="1013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rPr>
              <a:t>● 施工／已動工    ● 土地取得    ● 規劃中或待確認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28997C-725C-42F6-A911-9F4BC0DE88D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90612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319"/>
          </a:bodyPr>
          <a:lstStyle/>
          <a:p>
            <a:pPr>
              <a:defRPr sz="863" b="0">
                <a:solidFill>
                  <a:srgbClr val="7995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7995A6"/>
                </a:solidFill>
                <a:latin typeface="Microsoft JhengHei"/>
                <a:ea typeface="Microsoft JhengHei"/>
                <a:cs typeface="Microsoft JhengHei"/>
              </a:rPr>
              <a:t>資料截至2026年9月7日；地圖僅表達區域分布，未公開坪數保留待查</a:t>
            </a:r>
          </a:p>
        </p:txBody>
      </p:sp>
    </p:spTree>
    <p:extLst>
      <p:ext uri="{BB962C8B-B14F-4D97-AF65-F5344CB8AC3E}">
        <p14:creationId xmlns:p14="http://schemas.microsoft.com/office/powerpoint/2010/main" val="198085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4134C44-B20F-4BC2-8A23-069B0332553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6627E-2838-4AFD-95DA-BF269B71EE73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4123438443"/>
              </p:ext>
            </p:extLst>
          </p:nvPr>
        </p:nvGraphicFramePr>
        <p:xfrm>
          <a:off x="457200" y="704850"/>
          <a:ext cx="11163300" cy="5911213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58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  <a:endParaRPr sz="1125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  <a:endParaRPr sz="1400" b="1" dirty="0">
                        <a:solidFill>
                          <a:srgbClr val="17643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  <a:endParaRPr sz="1400" b="1" dirty="0">
                        <a:solidFill>
                          <a:srgbClr val="17643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28575" marB="28575">
                    <a:solidFill>
                      <a:srgbClr val="DF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1400" b="1" dirty="0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28575" marB="28575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58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28575" marB="28575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  <a:endParaRPr sz="1400" b="1" dirty="0">
                        <a:solidFill>
                          <a:srgbClr val="173344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57150" marR="57150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B026F420-88AB-4040-B2BC-4F05D91B7561}"/>
              </a:ext>
            </a:extLst>
          </p:cNvPr>
          <p:cNvSpPr>
            <a:spLocks noGrp="1"/>
          </p:cNvSpPr>
          <p:nvPr/>
        </p:nvSpPr>
        <p:spPr>
          <a:xfrm>
            <a:off x="495300" y="6606538"/>
            <a:ext cx="11144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746113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DocSecurity>0</DocSecurity>
  <PresentationFormat>寬螢幕</PresentationFormat>
  <Paragraphs>124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Microsoft JhengHei</vt:lpstr>
      <vt:lpstr>Calibri</vt:lpstr>
      <vt:lpstr>ChatGPT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劉建邦襄理</cp:lastModifiedBy>
  <cp:revision>1</cp:revision>
  <dcterms:created xsi:type="dcterms:W3CDTF">2026-09-07T09:24:34Z</dcterms:created>
  <dcterms:modified xsi:type="dcterms:W3CDTF">2026-09-07T09:39:40Z</dcterms:modified>
</cp:coreProperties>
</file>