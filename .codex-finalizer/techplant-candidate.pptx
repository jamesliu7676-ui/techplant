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6792194e8f4073" /><Relationship Type="http://schemas.openxmlformats.org/officeDocument/2006/relationships/extended-properties" Target="/docProps/app.xml" Id="Rb80f22b54df344b9" /><Relationship Type="http://schemas.openxmlformats.org/officeDocument/2006/relationships/officeDocument" Target="/ppt/presentation.xml" Id="R86cd0e0697d349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2b06bccca4b32"/>
  </p:sldMasterIdLst>
  <p:notesMasterIdLst>
    <p:notesMasterId xmlns:r="http://schemas.openxmlformats.org/officeDocument/2006/relationships" r:id="Rf536c68aec914ac3"/>
  </p:notesMasterIdLst>
  <p:sldIdLst>
    <p:sldId xmlns:r="http://schemas.openxmlformats.org/officeDocument/2006/relationships" id="256" r:id="R97a5653740694c2d"/>
    <p:sldId xmlns:r="http://schemas.openxmlformats.org/officeDocument/2006/relationships" id="257" r:id="R3c8903fd17ee44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e4e9982c64a1f" /><Relationship Type="http://schemas.openxmlformats.org/officeDocument/2006/relationships/slideMaster" Target="/ppt/slideMasters/slideMaster1.xml" Id="Rbba2b06bccca4b32" /><Relationship Type="http://schemas.openxmlformats.org/officeDocument/2006/relationships/notesMaster" Target="/ppt/notesMasters/notesMaster1.xml" Id="Rf536c68aec914ac3" /><Relationship Type="http://schemas.openxmlformats.org/officeDocument/2006/relationships/presProps" Target="/ppt/presProps.xml" Id="R1c535bcd90494a79" /><Relationship Type="http://schemas.openxmlformats.org/officeDocument/2006/relationships/tableStyles" Target="/ppt/tableStyles.xml" Id="R5651cc7dafbe44e4" /><Relationship Type="http://schemas.openxmlformats.org/officeDocument/2006/relationships/slide" Target="/ppt/slides/slide1.xml" Id="R97a5653740694c2d" /><Relationship Type="http://schemas.openxmlformats.org/officeDocument/2006/relationships/slide" Target="/ppt/slides/slide2.xml" Id="R3c8903fd17ee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d0c71ffe44e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474ee45d841dd" /><Relationship Type="http://schemas.openxmlformats.org/officeDocument/2006/relationships/notesMaster" Target="/ppt/notesMasters/notesMaster1.xml" Id="R50a659d6678e40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bdd5192904670" /><Relationship Type="http://schemas.openxmlformats.org/officeDocument/2006/relationships/notesMaster" Target="/ppt/notesMasters/notesMaster1.xml" Id="R90fb446728e24c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位置來源：techplant data/taiwan_tech_factory.json 的 lat／lng 欄位，更新日期2026-09-07。行政區底圖來源：專案內 data/taiwan_counties.geojson，原始說明指向內政部統計地理資訊應用系統。高雄楠梓與橋頭位置相近，標號以短引線錯開顯示。地圖代表園區／建案定位，不代表地籍界線或廠區範圍。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06b62dee644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94e414516e4218" /><Relationship Type="http://schemas.openxmlformats.org/officeDocument/2006/relationships/slideLayout" Target="/ppt/slideLayouts/slideLayout1.xml" Id="R6d7def8b11494e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7def8b11494e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f565969a24382" /><Relationship Type="http://schemas.openxmlformats.org/officeDocument/2006/relationships/image" Target="/ppt/media/image.png" Id="Rab5d467a2d254ce4" /><Relationship Type="http://schemas.openxmlformats.org/officeDocument/2006/relationships/notesSlide" Target="/ppt/notesSlides/notesSlide1.xml" Id="R67af75902b6c48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0eac7472407f" /><Relationship Type="http://schemas.openxmlformats.org/officeDocument/2006/relationships/notesSlide" Target="/ppt/notesSlides/notesSlide2.xml" Id="R347d9ff709f141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7C9E686-7158-4239-A317-B9DDFE7E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384F"/>
                </a:solidFill>
                <a:latin typeface="Microsoft JhengHei"/>
                <a:ea typeface="Microsoft JhengHei"/>
                <a:cs typeface="Microsoft JhengHei"/>
              </a:rPr>
              <a:t>台灣主要科學園區與科技廠房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DCCFB-D4F9-4655-B414-707824B6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依專案資料中的縣市、行政區與經緯度定位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1DF3B-2B28-4F05-A193-66407C69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E8"/>
          </a:solidFill>
          <a:ln xmlns:a="http://schemas.openxmlformats.org/drawingml/2006/main" w="0">
            <a:noFill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d467a2d254ce4"/>
          <a:stretch xmlns:a="http://schemas.openxmlformats.org/drawingml/2006/main"/>
        </p:blipFill>
        <p:spPr>
          <a:xfrm xmlns:a="http://schemas.openxmlformats.org/drawingml/2006/main">
            <a:off x="3888252" y="1219200"/>
            <a:ext cx="4415497" cy="462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93853-F8A1-4D5E-9D42-BDE8EA4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8D333-5C43-4589-9FA7-2993FB12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430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66EEF-E392-4C97-A50D-E176D3CC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858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北投士林科技園區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0CC79-FBB8-4304-BFFA-FD3991F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859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台北市北投區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5AAC4-F5DF-4B36-94FC-4BA7B277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NVIDIA AI研發中心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CBDE2-9CC3-4ED8-954A-C10013F2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212D6-3C56-44C2-A777-E1BD344B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95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1BC77-63A3-4AC5-8AF7-D6743738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龍潭科學園區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3C644-4B03-4D65-9D53-0B765C3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桃園市龍潭區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F4DAA-6E05-4E26-BB2D-F014BC5A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台積電新廠區，待官方確認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A4AAB-C4FF-4CAC-9B1F-ABCDD65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35215-AC98-4550-B4B4-ADE0808A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479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FACAA-D960-461B-8B0B-41B2A01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竹科寶山二期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AE830-0F21-4227-9859-4A7274BA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新竹縣寶山鄉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EAA71-DD4D-4498-9921-AF48BEE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P8 2奈米廠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0CE41-5A63-411E-B1ED-66C67418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2C270-708C-4918-ADB3-42D2795E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00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D5890-DC1F-408D-A6F2-7F6C188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銅鑼科學園區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4794F-ED81-4F3E-BCBD-EC2F293A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4332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苗栗縣銅鑼鄉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C2019-AFE8-42DF-BE24-060D1943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美光銅鑼廠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35C985-CB7B-4EBA-A123-C9C3CAFE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8B592-F99E-411B-9D1D-FAB2E872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D6A59E-5E07-40F1-A940-05657B94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95775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中科后里園區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49AF3-EC9F-44EA-8C27-73DDE32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台中市后里區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007F7-EAC3-456D-822F-AA99642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美光 A3 廠區擴建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7BB2F-39EE-4D9C-B0C1-7E1F03E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4A02B-E2D8-4E62-8099-F57715C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05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D8D2D-A0C1-4607-B4BE-631C2F9D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中科二期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D59F4A-27F3-4922-B026-E946B8F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2686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台中市大雅區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258378-F870-4CA0-BE6F-842AC506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9725"/>
            <a:ext cx="268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1.4奈米廠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0CE1EA-DC4C-4521-BD6D-78CA851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0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B2D6D2-8942-437F-944B-79E5A9F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3430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B8AAB7-0612-482F-B921-0E8E413D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858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A7D329-5213-4698-AE40-D2549980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859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台中市西屯／南屯區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59F629-8C2E-4918-B90A-C8C760E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大立光光通訊、CPO基地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AC7383-73B8-470F-8611-2369787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F41DF7-8D6C-4224-8813-25BB126A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1CA569-4BA7-4EB1-8550-BB410C26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9D2588-F219-48FB-9031-0D93F38A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嘉義縣太保市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5EA9CD-BC69-42D5-A1AC-3203586E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98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 AP6／AP7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DABD6F-7563-4994-8693-2158E50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642D00-0005-4690-8599-34263F9A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479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972359-3448-4B46-A352-8C9200F9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90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BDE4D2-3A63-4230-8CAD-C8056FE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台南市新市區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AFB68F-DC90-4E87-AF3A-08BCB5B6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台積電與日月光擴建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861764-1494-4840-B741-D5E78EBC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E3DCBE-AAC3-466F-91F7-3C1E02F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004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504B10-FF14-4D54-B9F6-806C30C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楠梓產業園區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840E4E-A3F6-47F4-AC7C-D51AC406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4332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高雄市楠梓區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458361-EAA1-4305-B9C0-2811691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1477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台積電高雄 P1 至 P3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B61235-A175-4EC2-A5DB-DAA321E2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C6B836-FD5D-4B2C-B602-D304F13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DE3104-DBFF-4B10-838E-0EF500C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橋頭科學園區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A14F2B-CEEC-4472-88EA-A3F11FD5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高雄市橋頭區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2F84C0-F548-479E-9F86-6986D406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台積電先進製程廠區，規劃中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B66950-D87A-46A1-B86E-63E378CC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6760DD-195F-4F45-8AC4-1D5E3CC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105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A2E1F6-86E6-49DD-B17F-7074806A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48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1">
                <a:solidFill>
                  <a:srgbClr val="163F55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A0689C-7045-4069-B30B-8C1FD77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76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屏東縣長治鄉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0D42F5-B572-41A6-B772-33C3A21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197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294D60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7625F1-E628-4F12-90BB-E39BD66C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742" y="1504978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4A1173-FDAD-4D79-8310-0C556FFE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642" y="1533553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A49360-1A09-4B63-BEE9-1B05186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241" y="181154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616CD1-89CF-419E-8A77-0ACAC60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141" y="184011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A85C19-DEC7-4F3A-8DE1-FDC3D8A1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430" y="199068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695E0E-42CD-4BDF-98D2-C2917C4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330" y="2019258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BFB8F1-AE11-475D-B577-18560634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568" y="232499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4C06B9-7AED-4156-B473-A251A5D6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468" y="2353574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C00D12-1ED6-4ADF-9C4B-B3518D3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176" y="251423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39308D1-67C4-41F4-B42A-F9C83CD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076" y="254281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D7FDB15-B9DB-46B8-B91D-F07DB6B5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485" y="2693884"/>
            <a:ext cx="114300" cy="476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4328FF9-99D1-4C8B-8A0C-6045D58E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60" y="257005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870697-27AE-4254-AE78-671C26D5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2560" y="2598634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EA69CA-AF15-46B9-91E8-7293101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54" y="2839911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6EFD425-FA44-45B2-9F1C-9512FCAE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779" y="283038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037708-436E-4E72-B604-3E10FCDD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679" y="2858961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000A55-A798-4B88-8B31-A8AEC74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655" y="354241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747D23-48DB-40E6-A4E5-4C63CDF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555" y="357099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871DFD-3B7C-460A-A433-1CD73420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094" y="403190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67311E-E2AA-4783-BC9F-A7C29C6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994" y="4060479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DBCBF9A-EE2E-42EC-B1EB-D4F40DD8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8" y="4638911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F717E6-58C4-4445-9186-6503F95D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303" y="4629386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8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B2B64C-C6C3-41EB-A78D-28D5BF2A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203" y="4657961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B908EB-9D45-4777-A558-21BA142C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064" y="4491810"/>
            <a:ext cx="95250" cy="114300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7A98A5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641C67-6525-4C4D-8FAE-275BB457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489" y="436798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B1AC640-B2B3-4162-AD66-5C16F29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389" y="439656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A94172-C593-42EF-AA58-19787C6C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882" y="4545363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ECE86E-4914-448F-9150-1F6BEE9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782" y="4573938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8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409DB1F-52C3-4F1E-964C-C032165A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● 施工、已動工或土地取得      ● 規劃中或待官方確認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1DF6FC-CDC6-47DE-86FC-EC9E827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808E"/>
                </a:solidFill>
                <a:latin typeface="Microsoft JhengHei"/>
                <a:ea typeface="Microsoft JhengHei"/>
                <a:cs typeface="Microsoft JhengHei"/>
              </a:rPr>
              <a:t>位置為園區／建案定位，資料截至2026年9月7日</a:t>
            </a:r>
          </a:p>
        </p:txBody>
      </p:sp>
    </p:spTree>
    <p:extLst>
      <p:ext uri="{BB962C8B-B14F-4D97-AF65-F5344CB8AC3E}">
        <p14:creationId xmlns:p14="http://schemas.microsoft.com/office/powerpoint/2010/main" val="1725506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F72E2-6E69-4AF5-B019-23DA602A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F45A7-B398-42F4-8DD0-9DCE3732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04900"/>
          <a:ext xmlns:a="http://schemas.openxmlformats.org/drawingml/2006/main" cx="111633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66800"/>
                <a:gridCol w="2647950"/>
                <a:gridCol w="1257300"/>
                <a:gridCol w="2047875"/>
                <a:gridCol w="2524125"/>
              </a:tblGrid>
              <a:tr h="34698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A745C-FDF2-4CA8-AE10-47B72E5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733027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2026-09-07T10:10:02.7480000Z</dcterms:created>
  <dcterms:modified xsi:type="dcterms:W3CDTF">2026-09-07T10:10:02.7480000Z</dcterms:modified>
</coreProperties>
</file>